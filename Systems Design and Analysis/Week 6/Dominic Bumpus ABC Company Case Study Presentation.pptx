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29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90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09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91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02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73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516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59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8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39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008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2530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481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366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414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904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84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3FEBF-F989-4693-800A-9EE8C159DFB4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2C56C-D081-4E98-87C5-7B1A92D94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3963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6CDD-18F5-280A-8827-383000B612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ABC Company Case Study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9125A-C36A-3E92-2230-C667A7F2C6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Dominic Bumpus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3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5E736-5DF3-223C-014D-DBDC2C5C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11B57-DC28-7CC2-7AC1-D19F5C63B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800" dirty="0"/>
              <a:t>Who am I?</a:t>
            </a:r>
          </a:p>
          <a:p>
            <a:r>
              <a:rPr lang="en-US" sz="4800" dirty="0"/>
              <a:t>What are we struggling with?</a:t>
            </a:r>
          </a:p>
          <a:p>
            <a:r>
              <a:rPr lang="en-US" sz="4800" dirty="0"/>
              <a:t>Purpose of this analysis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774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E85C-F804-939A-C910-38AAE3B2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2B25-721D-6057-4CDE-428975183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Establishing goals</a:t>
            </a:r>
          </a:p>
          <a:p>
            <a:r>
              <a:rPr lang="en-US" sz="4800" dirty="0"/>
              <a:t>Feasibility of goals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4177221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04504-4E87-3187-561A-E0FBF1768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6E53-CC47-F20B-97FB-F4008518E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Requirements</a:t>
            </a:r>
          </a:p>
          <a:p>
            <a:r>
              <a:rPr lang="en-US" sz="4800" dirty="0"/>
              <a:t>Scope of Project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91431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051D-7135-32DD-E231-21155DE3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E487-1166-2BAA-7429-07BDB07AE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System Architecture</a:t>
            </a:r>
          </a:p>
          <a:p>
            <a:r>
              <a:rPr lang="en-US" sz="4800" dirty="0"/>
              <a:t>Data Structures</a:t>
            </a:r>
          </a:p>
          <a:p>
            <a:r>
              <a:rPr lang="en-US" sz="4800" dirty="0"/>
              <a:t>User Interface</a:t>
            </a:r>
          </a:p>
          <a:p>
            <a:r>
              <a:rPr lang="en-US" sz="4800" dirty="0"/>
              <a:t>Security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2473166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931CE-ADAA-82E5-2CE8-AEF33F72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E678B-B028-6899-BCCA-9C92D3DDA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Development</a:t>
            </a:r>
          </a:p>
          <a:p>
            <a:r>
              <a:rPr lang="en-US" sz="4800" dirty="0"/>
              <a:t>Testing</a:t>
            </a:r>
          </a:p>
          <a:p>
            <a:r>
              <a:rPr lang="en-US" sz="4800" dirty="0"/>
              <a:t>Deployment</a:t>
            </a:r>
          </a:p>
          <a:p>
            <a:r>
              <a:rPr lang="en-US" sz="4800" dirty="0"/>
              <a:t>Integration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366555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04C1-BCC5-9692-F873-DEC985E2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22391-D8CA-5071-E4FA-FEC358468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Ongoing Tasks</a:t>
            </a:r>
          </a:p>
          <a:p>
            <a:r>
              <a:rPr lang="en-US" sz="4800" dirty="0"/>
              <a:t>Monitoring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385903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A858E-15FA-C9A2-371C-3CF5180D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and Challenges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46ABC-30DD-B15A-A47F-EDAAA4DC7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Benefits</a:t>
            </a:r>
          </a:p>
          <a:p>
            <a:r>
              <a:rPr lang="en-US" sz="4800" dirty="0"/>
              <a:t>Challenges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857390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3A0C-94AF-6057-4863-D111A7A1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926D8-404B-1BA9-6B64-6B02D38B2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The problem</a:t>
            </a:r>
          </a:p>
          <a:p>
            <a:r>
              <a:rPr lang="en-US" sz="4800" dirty="0"/>
              <a:t>The Solution</a:t>
            </a:r>
          </a:p>
          <a:p>
            <a:r>
              <a:rPr lang="en-US" sz="4800" dirty="0"/>
              <a:t>The Benefits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267922398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98</TotalTime>
  <Words>64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ABC Company Case Study</vt:lpstr>
      <vt:lpstr>Current State</vt:lpstr>
      <vt:lpstr>Planning</vt:lpstr>
      <vt:lpstr>Analysis</vt:lpstr>
      <vt:lpstr>Design</vt:lpstr>
      <vt:lpstr>Implementation</vt:lpstr>
      <vt:lpstr>Maintenance</vt:lpstr>
      <vt:lpstr>Benefits and Challenges</vt:lpstr>
      <vt:lpstr>The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Bumpus, Dominic Jacob</dc:creator>
  <cp:lastModifiedBy>Bumpus, Dominic Jacob</cp:lastModifiedBy>
  <cp:revision>2</cp:revision>
  <dcterms:created xsi:type="dcterms:W3CDTF">2025-09-28T16:59:16Z</dcterms:created>
  <dcterms:modified xsi:type="dcterms:W3CDTF">2025-09-28T18:37:27Z</dcterms:modified>
</cp:coreProperties>
</file>