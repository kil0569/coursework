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92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2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66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6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7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0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65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54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20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69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418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6331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891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83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329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336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18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4B6C0-CD9B-426C-8513-77FAF1F1254F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528A2-7A14-4FDE-B110-64C8C21E0F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864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oftware-engineering/requirements-gathering-introduction-processes-benefits-and-tool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C42D-0586-DE4B-E4B0-DFC5A7B33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739900"/>
            <a:ext cx="9448800" cy="237120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Gathering in System Engineering and 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D4F27-BD0F-86F8-F08C-4D2BA907B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1"/>
            <a:ext cx="9448800" cy="685800"/>
          </a:xfrm>
        </p:spPr>
        <p:txBody>
          <a:bodyPr/>
          <a:lstStyle/>
          <a:p>
            <a:r>
              <a:rPr lang="en-US" dirty="0"/>
              <a:t>By Dominic Bumpus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253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F407-E932-BDA7-5521-AF589233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Unobtrusive vs Intrusive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D759-FE41-38FD-DC62-2F25A969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Unobtrusive Information Gathering?</a:t>
            </a:r>
          </a:p>
          <a:p>
            <a:endParaRPr lang="en-US" sz="4000" dirty="0"/>
          </a:p>
          <a:p>
            <a:r>
              <a:rPr lang="en-US" sz="4000" dirty="0"/>
              <a:t>What is Intrusive Information Gathering?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78672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53DC-B05C-E256-15E6-2D2EF100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940C-A263-3397-D8DC-6EF874069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Interview Someone?</a:t>
            </a:r>
          </a:p>
          <a:p>
            <a:endParaRPr lang="en-US" sz="4000" dirty="0"/>
          </a:p>
          <a:p>
            <a:r>
              <a:rPr lang="en-US" sz="4000" dirty="0"/>
              <a:t>Open-Ended vs Closed-Ended Questions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0760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7834-F1CE-30CD-0CDA-FEFCAA65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Listening to Stories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3B67-3C19-5956-7482-44E8E050E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First Hand Experience</a:t>
            </a:r>
          </a:p>
          <a:p>
            <a:endParaRPr lang="en-US" sz="4000" dirty="0"/>
          </a:p>
          <a:p>
            <a:r>
              <a:rPr lang="en-US" sz="4000" dirty="0"/>
              <a:t>Going Beyond the Story Itself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68148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5097-F263-50F5-D246-3A006919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Application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D295-120C-895F-90F8-10248010C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Joint Application Design?</a:t>
            </a:r>
          </a:p>
          <a:p>
            <a:endParaRPr lang="en-US" sz="4000" dirty="0"/>
          </a:p>
          <a:p>
            <a:r>
              <a:rPr lang="en-US" sz="4000" dirty="0"/>
              <a:t>What are the benefits and drawbacks?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2092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5591-1677-187E-8052-426CD191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D668B-9650-1A36-79EB-E86708C4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Planning out questionnaires</a:t>
            </a:r>
          </a:p>
          <a:p>
            <a:endParaRPr lang="en-US" sz="4000" dirty="0"/>
          </a:p>
          <a:p>
            <a:r>
              <a:rPr lang="en-US" sz="4000" dirty="0"/>
              <a:t>Benefits and Drawbacks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46587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A98C-BC35-0890-C051-91E7A0EA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Prioritization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3360-DA02-8BB6-B4DD-847C429CC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Why prioritize requirements?</a:t>
            </a:r>
          </a:p>
          <a:p>
            <a:endParaRPr lang="en-US" sz="4000" dirty="0"/>
          </a:p>
          <a:p>
            <a:r>
              <a:rPr lang="en-GB" sz="4000" dirty="0"/>
              <a:t>How should we prioritize requirements?</a:t>
            </a:r>
          </a:p>
        </p:txBody>
      </p:sp>
    </p:spTree>
    <p:extLst>
      <p:ext uri="{BB962C8B-B14F-4D97-AF65-F5344CB8AC3E}">
        <p14:creationId xmlns:p14="http://schemas.microsoft.com/office/powerpoint/2010/main" val="232193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B9C7-C987-8FDE-C523-D6D96A13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2F36B-CC84-0F7B-02A2-8DB36A73C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GeeksforGeeks. (2023, December 29). </a:t>
            </a:r>
            <a:r>
              <a:rPr lang="en-US" sz="2800" i="1" dirty="0"/>
              <a:t>Requirements Gathering Introduction, processes, benefits and tools</a:t>
            </a:r>
            <a:r>
              <a:rPr lang="en-US" sz="2800" dirty="0"/>
              <a:t>. GeeksforGeeks. </a:t>
            </a:r>
            <a:r>
              <a:rPr lang="en-US" sz="2800" dirty="0">
                <a:hlinkClick r:id="rId2"/>
              </a:rPr>
              <a:t>https://www.geeksforgeeks.org/software-engineering/requirements-gathering-introduction-processes-benefits-and-tools/</a:t>
            </a:r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Kendall, K. E., &amp; Kendall, J. E. (2024). </a:t>
            </a:r>
            <a:r>
              <a:rPr lang="en-US" sz="2800" i="1" dirty="0"/>
              <a:t>Systems Analysis &amp; Design</a:t>
            </a:r>
            <a:r>
              <a:rPr lang="en-US" sz="2800" dirty="0"/>
              <a:t>. Pearson.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61046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58</TotalTime>
  <Words>136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Data Gathering in System Engineering and Analysis</vt:lpstr>
      <vt:lpstr>Unobtrusive vs Intrusive</vt:lpstr>
      <vt:lpstr>Interviews</vt:lpstr>
      <vt:lpstr>Listening to Stories</vt:lpstr>
      <vt:lpstr>Joint Application Design</vt:lpstr>
      <vt:lpstr>Questionnaires</vt:lpstr>
      <vt:lpstr>Requirements Prioritization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2025-09-07T19:33:57Z</dcterms:created>
  <dcterms:modified xsi:type="dcterms:W3CDTF">2025-09-07T20:32:41Z</dcterms:modified>
</cp:coreProperties>
</file>