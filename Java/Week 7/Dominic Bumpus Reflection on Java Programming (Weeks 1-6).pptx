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DD7524A-60FD-4358-851E-6D9F4535250D}">
          <p14:sldIdLst>
            <p14:sldId id="256"/>
          </p14:sldIdLst>
        </p14:section>
        <p14:section name="Untitled Section" id="{4AA9137D-9861-405F-A72D-A57CEAF2C39B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264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6082A-14BB-055B-A11F-B6AB65333C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Reflection on Java Programming (Weeks 1-6)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73AC4-C31D-6155-825D-1E6B17A6C4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Dominic Bumpus, CS—5103, 02/22/2026</a:t>
            </a:r>
          </a:p>
        </p:txBody>
      </p:sp>
    </p:spTree>
    <p:extLst>
      <p:ext uri="{BB962C8B-B14F-4D97-AF65-F5344CB8AC3E}">
        <p14:creationId xmlns:p14="http://schemas.microsoft.com/office/powerpoint/2010/main" val="3301969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064CB-411D-6E9F-1684-39333C94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CDBA4-BAF0-CD1C-87D2-0FDFAC1D9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this presentation cover?</a:t>
            </a:r>
          </a:p>
          <a:p>
            <a:pPr lvl="1"/>
            <a:r>
              <a:rPr lang="en-US" dirty="0"/>
              <a:t>Topics Covered</a:t>
            </a:r>
          </a:p>
          <a:p>
            <a:pPr lvl="1"/>
            <a:r>
              <a:rPr lang="en-US" dirty="0"/>
              <a:t>Programs Created</a:t>
            </a:r>
          </a:p>
          <a:p>
            <a:r>
              <a:rPr lang="en-GB" dirty="0"/>
              <a:t>How has this improved my confidence with Java?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8B4545-4C7C-63EF-EEBF-532B4DC50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527" y="3725467"/>
            <a:ext cx="4210945" cy="313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77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8C871-4EDF-880D-400B-25842A0D7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Concepts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A7633-6578-66C2-8866-598B4F7B3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Classes and Objects</a:t>
            </a:r>
          </a:p>
          <a:p>
            <a:r>
              <a:rPr lang="en-US" dirty="0"/>
              <a:t>Variables and Data Types</a:t>
            </a:r>
          </a:p>
          <a:p>
            <a:r>
              <a:rPr lang="en-US" dirty="0"/>
              <a:t>Decision-Making and Loops</a:t>
            </a:r>
          </a:p>
          <a:p>
            <a:r>
              <a:rPr lang="en-US" dirty="0"/>
              <a:t>Methods and Parameters</a:t>
            </a:r>
          </a:p>
        </p:txBody>
      </p:sp>
    </p:spTree>
    <p:extLst>
      <p:ext uri="{BB962C8B-B14F-4D97-AF65-F5344CB8AC3E}">
        <p14:creationId xmlns:p14="http://schemas.microsoft.com/office/powerpoint/2010/main" val="3339785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4F83-E5C7-47C3-2772-631F4CE7A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Solutions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B95F1-F3CB-F144-F188-015E8568E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Challenge I faced</a:t>
            </a:r>
          </a:p>
          <a:p>
            <a:r>
              <a:rPr lang="en-US" dirty="0"/>
              <a:t>What got me through it</a:t>
            </a:r>
          </a:p>
          <a:p>
            <a:r>
              <a:rPr lang="en-US" dirty="0"/>
              <a:t>What this taught me</a:t>
            </a:r>
          </a:p>
        </p:txBody>
      </p:sp>
    </p:spTree>
    <p:extLst>
      <p:ext uri="{BB962C8B-B14F-4D97-AF65-F5344CB8AC3E}">
        <p14:creationId xmlns:p14="http://schemas.microsoft.com/office/powerpoint/2010/main" val="3539625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61220-8B0E-43EF-A954-718FBF0D4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Java Concepts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FC25E-6902-8A9D-2780-29FE1CF45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Arrays, Strings, and Math Functions</a:t>
            </a:r>
          </a:p>
          <a:p>
            <a:r>
              <a:rPr lang="en-US" dirty="0"/>
              <a:t>Organizing Logic with Methods</a:t>
            </a:r>
          </a:p>
          <a:p>
            <a:r>
              <a:rPr lang="en-US" dirty="0"/>
              <a:t>Writing Clean, Reuseable Code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8001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6236C-9337-CF3F-15FD-F91D992F8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and Access Modifiers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89911-8156-ED5B-9A93-AD82C712D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Encapsulation And Why Is It Important?</a:t>
            </a:r>
          </a:p>
          <a:p>
            <a:r>
              <a:rPr lang="en-US" dirty="0"/>
              <a:t>How do Access Modifiers Keep Data Secure?</a:t>
            </a:r>
          </a:p>
          <a:p>
            <a:r>
              <a:rPr lang="en-US" dirty="0"/>
              <a:t>An Example of Using Getters and Setters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4484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C6FBF-14CD-670C-67A9-A437719FD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8C1AA-D04C-52AE-E745-2B11EE5B9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Was The Most Rewarding Part of Learning Java?</a:t>
            </a:r>
          </a:p>
          <a:p>
            <a:r>
              <a:rPr lang="en-US" dirty="0"/>
              <a:t>How has the Problem-Solving Approach Evolved Throughout This Course?</a:t>
            </a:r>
          </a:p>
          <a:p>
            <a:r>
              <a:rPr lang="en-US" dirty="0"/>
              <a:t>What would I do Differently Now?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8763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B1517-53EF-A317-9A03-A85B9E94E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connection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C5B01-0BFD-E507-A9F4-6162D18FE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Real World Application of Java</a:t>
            </a:r>
          </a:p>
          <a:p>
            <a:r>
              <a:rPr lang="en-US" dirty="0"/>
              <a:t>Topics in Java That Could Translate to a Career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9479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14A9E-34D7-ECFE-42A4-B193EA8F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FDD20-59D2-FA71-AD65-EE9577A00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Overall Learning Journey</a:t>
            </a:r>
          </a:p>
          <a:p>
            <a:r>
              <a:rPr lang="en-US" dirty="0"/>
              <a:t>Final Thoughts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880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6DE7-AD45-F0CD-3BAD-72C0620A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DE27-A8DE-FA32-89E6-5865503A6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972726"/>
            <a:ext cx="9448800" cy="91254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604239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33</TotalTime>
  <Words>170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Reflection on Java Programming (Weeks 1-6)</vt:lpstr>
      <vt:lpstr>Introduction</vt:lpstr>
      <vt:lpstr>Core Concepts</vt:lpstr>
      <vt:lpstr>Challenges and Solutions</vt:lpstr>
      <vt:lpstr>Applying Java Concepts</vt:lpstr>
      <vt:lpstr>Encapsulation and Access Modifiers</vt:lpstr>
      <vt:lpstr>Reflection</vt:lpstr>
      <vt:lpstr>Real-World connection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Bumpus, Dominic Jacob</dc:creator>
  <cp:lastModifiedBy>Bumpus, Dominic Jacob</cp:lastModifiedBy>
  <cp:revision>1</cp:revision>
  <dcterms:created xsi:type="dcterms:W3CDTF">2026-02-23T00:33:40Z</dcterms:created>
  <dcterms:modified xsi:type="dcterms:W3CDTF">2026-02-23T01:06:53Z</dcterms:modified>
</cp:coreProperties>
</file>