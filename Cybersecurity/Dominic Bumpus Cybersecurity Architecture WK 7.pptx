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10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48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44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114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577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293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99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619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45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85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902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554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2084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4941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390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4860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33E93-C252-4457-8E75-C18579E00A70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AF988-EB05-406A-9247-94BD6CE0ED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01871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1B5E-CF81-F296-568A-11905D7A1D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Cybersecurity Architecture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BBC7B-A6BA-EC09-A8C9-F26CE0F509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Dominic Bumpus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9458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BBFB3-9EE3-F81B-7711-DC6D7A5C4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and Mindset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A3ABF-FAED-6318-CE26-7506C9B4B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Architects in Cybersecurity</a:t>
            </a:r>
          </a:p>
          <a:p>
            <a:r>
              <a:rPr lang="en-US" sz="3600" dirty="0"/>
              <a:t>Security Minded</a:t>
            </a:r>
          </a:p>
          <a:p>
            <a:r>
              <a:rPr lang="en-US" sz="3600" dirty="0"/>
              <a:t>Engineers</a:t>
            </a:r>
          </a:p>
          <a:p>
            <a:r>
              <a:rPr lang="en-US" sz="3600" dirty="0"/>
              <a:t>How it will work vs How it will fail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06128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D0A58-E0B6-FD91-D381-E4ECAC71E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C4266-E9E2-469C-C490-D93E52627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Business context</a:t>
            </a:r>
          </a:p>
          <a:p>
            <a:r>
              <a:rPr lang="en-US" sz="3600" dirty="0"/>
              <a:t>System Context</a:t>
            </a:r>
          </a:p>
          <a:p>
            <a:r>
              <a:rPr lang="en-US" sz="3600" dirty="0"/>
              <a:t>Architecture Overview</a:t>
            </a:r>
          </a:p>
          <a:p>
            <a:r>
              <a:rPr lang="en-US" sz="3600" dirty="0"/>
              <a:t>Frameworks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06933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CD33D-A041-5F01-FC40-217473F32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CEC60-407D-4492-3AE3-F5EF5E72C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Identify and Access Management</a:t>
            </a:r>
          </a:p>
          <a:p>
            <a:r>
              <a:rPr lang="en-US" sz="3600" dirty="0"/>
              <a:t>Endpoint Security</a:t>
            </a:r>
          </a:p>
          <a:p>
            <a:r>
              <a:rPr lang="en-US" sz="3600" dirty="0"/>
              <a:t>Network Security</a:t>
            </a:r>
          </a:p>
          <a:p>
            <a:r>
              <a:rPr lang="en-US" sz="3600" dirty="0"/>
              <a:t>Application Security</a:t>
            </a:r>
          </a:p>
          <a:p>
            <a:r>
              <a:rPr lang="en-US" sz="3600" dirty="0"/>
              <a:t>Data Security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366421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7615-EAB5-A8B8-2309-91932F3C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9897F-1C01-D8DC-D93C-E63B43359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IBM. “Cybersecurity Architecture: Roles and Tools.” </a:t>
            </a:r>
            <a:r>
              <a:rPr lang="en-US" i="1" dirty="0"/>
              <a:t>YouTube</a:t>
            </a:r>
            <a:r>
              <a:rPr lang="en-US" dirty="0"/>
              <a:t>, YouTube, 13 June 2023, www.youtube.com/watch?v=E9pHJRRfAhw&amp;list=PLOspHqNVtKADkWLFt9OcziQF7EatuANSY&amp;index=4&amp;t=15s.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161705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22</TotalTime>
  <Words>87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Vapor Trail</vt:lpstr>
      <vt:lpstr>Cybersecurity Architecture</vt:lpstr>
      <vt:lpstr>Role and Mindset</vt:lpstr>
      <vt:lpstr>Tools</vt:lpstr>
      <vt:lpstr>Domains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Bumpus, Dominic Jacob</dc:creator>
  <cp:lastModifiedBy>Bumpus, Dominic Jacob</cp:lastModifiedBy>
  <cp:revision>1</cp:revision>
  <dcterms:created xsi:type="dcterms:W3CDTF">2025-02-23T23:30:09Z</dcterms:created>
  <dcterms:modified xsi:type="dcterms:W3CDTF">2025-02-23T23:52:57Z</dcterms:modified>
</cp:coreProperties>
</file>