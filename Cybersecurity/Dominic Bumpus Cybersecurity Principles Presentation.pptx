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1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32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899D3E67-8CE7-49CE-974F-0B7D35AE5765}" type="datetimeFigureOut">
              <a:rPr lang="en-US" smtClean="0"/>
              <a:t>01/26/25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595E9AE5-86E7-45D9-A00A-C8D04545B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764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D3E67-8CE7-49CE-974F-0B7D35AE5765}" type="datetimeFigureOut">
              <a:rPr lang="en-US" smtClean="0"/>
              <a:t>01/26/25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9AE5-86E7-45D9-A00A-C8D04545B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838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99D3E67-8CE7-49CE-974F-0B7D35AE5765}" type="datetimeFigureOut">
              <a:rPr lang="en-US" smtClean="0"/>
              <a:t>01/26/25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95E9AE5-86E7-45D9-A00A-C8D04545B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355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D3E67-8CE7-49CE-974F-0B7D35AE5765}" type="datetimeFigureOut">
              <a:rPr lang="en-US" smtClean="0"/>
              <a:t>01/26/25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9AE5-86E7-45D9-A00A-C8D04545B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70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D3E67-8CE7-49CE-974F-0B7D35AE5765}" type="datetimeFigureOut">
              <a:rPr lang="en-US" smtClean="0"/>
              <a:t>01/26/25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9AE5-86E7-45D9-A00A-C8D04545B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803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D3E67-8CE7-49CE-974F-0B7D35AE5765}" type="datetimeFigureOut">
              <a:rPr lang="en-US" smtClean="0"/>
              <a:t>01/26/25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9AE5-86E7-45D9-A00A-C8D04545B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228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D3E67-8CE7-49CE-974F-0B7D35AE5765}" type="datetimeFigureOut">
              <a:rPr lang="en-US" smtClean="0"/>
              <a:t>01/26/25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9AE5-86E7-45D9-A00A-C8D04545B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695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D3E67-8CE7-49CE-974F-0B7D35AE5765}" type="datetimeFigureOut">
              <a:rPr lang="en-US" smtClean="0"/>
              <a:t>01/26/25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9AE5-86E7-45D9-A00A-C8D04545B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932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D3E67-8CE7-49CE-974F-0B7D35AE5765}" type="datetimeFigureOut">
              <a:rPr lang="en-US" smtClean="0"/>
              <a:t>01/26/25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9AE5-86E7-45D9-A00A-C8D04545B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574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D3E67-8CE7-49CE-974F-0B7D35AE5765}" type="datetimeFigureOut">
              <a:rPr lang="en-US" smtClean="0"/>
              <a:t>01/26/25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9AE5-86E7-45D9-A00A-C8D04545B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86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99D3E67-8CE7-49CE-974F-0B7D35AE5765}" type="datetimeFigureOut">
              <a:rPr lang="en-US" smtClean="0"/>
              <a:t>01/26/25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95E9AE5-86E7-45D9-A00A-C8D04545B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301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99D3E67-8CE7-49CE-974F-0B7D35AE5765}" type="datetimeFigureOut">
              <a:rPr lang="en-US" smtClean="0"/>
              <a:t>01/26/25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95E9AE5-86E7-45D9-A00A-C8D04545BD1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648558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99D3E67-8CE7-49CE-974F-0B7D35AE5765}" type="datetimeFigureOut">
              <a:rPr lang="en-US" smtClean="0"/>
              <a:t>01/26/25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95E9AE5-86E7-45D9-A00A-C8D04545B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1387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D3E67-8CE7-49CE-974F-0B7D35AE5765}" type="datetimeFigureOut">
              <a:rPr lang="en-US" smtClean="0"/>
              <a:t>01/26/25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9AE5-86E7-45D9-A00A-C8D04545B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0784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D3E67-8CE7-49CE-974F-0B7D35AE5765}" type="datetimeFigureOut">
              <a:rPr lang="en-US" smtClean="0"/>
              <a:t>01/26/25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9AE5-86E7-45D9-A00A-C8D04545B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279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D3E67-8CE7-49CE-974F-0B7D35AE5765}" type="datetimeFigureOut">
              <a:rPr lang="en-US" smtClean="0"/>
              <a:t>01/26/25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9AE5-86E7-45D9-A00A-C8D04545B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039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99D3E67-8CE7-49CE-974F-0B7D35AE5765}" type="datetimeFigureOut">
              <a:rPr lang="en-US" smtClean="0"/>
              <a:t>01/26/25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95E9AE5-86E7-45D9-A00A-C8D04545B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02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9D3E67-8CE7-49CE-974F-0B7D35AE5765}" type="datetimeFigureOut">
              <a:rPr lang="en-US" smtClean="0"/>
              <a:t>01/26/25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E9AE5-86E7-45D9-A00A-C8D04545B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5340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66597-DD41-FB53-D3A5-8EB24E316D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Cybersecurity Principles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806B7D-1C00-DCE8-F1C0-541143EAE7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Dominic Bumpus</a:t>
            </a:r>
          </a:p>
        </p:txBody>
      </p:sp>
    </p:spTree>
    <p:extLst>
      <p:ext uri="{BB962C8B-B14F-4D97-AF65-F5344CB8AC3E}">
        <p14:creationId xmlns:p14="http://schemas.microsoft.com/office/powerpoint/2010/main" val="1941443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FD205-3EC7-B3BC-0D1D-D2D597C93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Defense in Depth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C5FDE-796B-DDEF-BE1D-11D598D71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Multiple security systems and </a:t>
            </a:r>
            <a:r>
              <a:rPr lang="en-US" sz="3600" dirty="0" err="1"/>
              <a:t>failsafes</a:t>
            </a:r>
            <a:endParaRPr lang="en-US" sz="3600" dirty="0"/>
          </a:p>
          <a:p>
            <a:r>
              <a:rPr lang="en-US" sz="3600" dirty="0"/>
              <a:t>Multi-Factor Authentication</a:t>
            </a:r>
          </a:p>
          <a:p>
            <a:r>
              <a:rPr lang="en-US" sz="3600" dirty="0"/>
              <a:t>Firewalls</a:t>
            </a:r>
          </a:p>
          <a:p>
            <a:r>
              <a:rPr lang="en-US" sz="3600" dirty="0"/>
              <a:t>Vulnerability Testing</a:t>
            </a:r>
          </a:p>
          <a:p>
            <a:r>
              <a:rPr lang="en-US" sz="3600" dirty="0"/>
              <a:t>No single point of failure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940366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FF4AF-C186-C729-2ADB-E7E5AD8F5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Least </a:t>
            </a:r>
            <a:r>
              <a:rPr lang="en-US" dirty="0" err="1"/>
              <a:t>Privlage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6D336-EC2F-5640-4039-1B1BF6FE9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Access to only who need it</a:t>
            </a:r>
          </a:p>
          <a:p>
            <a:r>
              <a:rPr lang="en-US" sz="3600" dirty="0"/>
              <a:t>Constant Access Need Verification</a:t>
            </a:r>
          </a:p>
          <a:p>
            <a:r>
              <a:rPr lang="en-US" sz="3600" dirty="0"/>
              <a:t>Just in Case Avoidance</a:t>
            </a:r>
          </a:p>
        </p:txBody>
      </p:sp>
    </p:spTree>
    <p:extLst>
      <p:ext uri="{BB962C8B-B14F-4D97-AF65-F5344CB8AC3E}">
        <p14:creationId xmlns:p14="http://schemas.microsoft.com/office/powerpoint/2010/main" val="2506124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6AB38-A2C6-F5E8-0BDA-99BB01B47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Separation of Duties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CF9D8-9475-1B2B-EDE0-C0E9AE650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No single point of control</a:t>
            </a:r>
          </a:p>
          <a:p>
            <a:r>
              <a:rPr lang="en-US" sz="3600" dirty="0"/>
              <a:t>Request approval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009063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FF233-E606-1162-B588-14BEF2CDF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Secure by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88F32-1FB4-D459-56C0-9109B918B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Security at every step</a:t>
            </a:r>
          </a:p>
          <a:p>
            <a:r>
              <a:rPr lang="en-US" sz="3600" dirty="0"/>
              <a:t>Group </a:t>
            </a:r>
            <a:r>
              <a:rPr lang="en-US" sz="3600" dirty="0" err="1"/>
              <a:t>responsbility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853833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AB164-8462-91D2-D8F3-6749DC1AE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Keep it Simple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58B68-2FA6-08CE-6A66-B42BCBA2C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Simply rules as much as possible for users</a:t>
            </a:r>
          </a:p>
          <a:p>
            <a:r>
              <a:rPr lang="en-US" sz="3600" dirty="0"/>
              <a:t>Just complex enough for security</a:t>
            </a:r>
          </a:p>
          <a:p>
            <a:r>
              <a:rPr lang="en-US" sz="3600" dirty="0"/>
              <a:t>Users circumvent overly complex rules</a:t>
            </a:r>
          </a:p>
        </p:txBody>
      </p:sp>
    </p:spTree>
    <p:extLst>
      <p:ext uri="{BB962C8B-B14F-4D97-AF65-F5344CB8AC3E}">
        <p14:creationId xmlns:p14="http://schemas.microsoft.com/office/powerpoint/2010/main" val="406863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FF1A2-F27C-6ECB-FB4B-C8370ED0F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by Obscurity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E8943-083B-1326-13FF-A48417123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Secrecy is not the same as security</a:t>
            </a:r>
          </a:p>
          <a:p>
            <a:r>
              <a:rPr lang="en-US" altLang="ja-JP" sz="3600" dirty="0"/>
              <a:t>Open</a:t>
            </a:r>
            <a:r>
              <a:rPr lang="en-US" sz="3600" dirty="0"/>
              <a:t> </a:t>
            </a:r>
            <a:r>
              <a:rPr lang="en-US" altLang="ja-JP" sz="3600" dirty="0"/>
              <a:t>source</a:t>
            </a:r>
            <a:r>
              <a:rPr lang="en-US" sz="3600" dirty="0"/>
              <a:t> security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009439629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17</TotalTime>
  <Words>92</Words>
  <Application>Microsoft Office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Century Gothic</vt:lpstr>
      <vt:lpstr>Vapor Trail</vt:lpstr>
      <vt:lpstr>Cybersecurity Principles</vt:lpstr>
      <vt:lpstr>Defense in Depth</vt:lpstr>
      <vt:lpstr>Least Privlage</vt:lpstr>
      <vt:lpstr>Separation of Duties</vt:lpstr>
      <vt:lpstr>Secure by Design</vt:lpstr>
      <vt:lpstr>Keep it Simple</vt:lpstr>
      <vt:lpstr>Security by Obscurity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Bumpus, Dominic Jacob</dc:creator>
  <cp:lastModifiedBy>Bumpus, Dominic Jacob</cp:lastModifiedBy>
  <cp:revision>1</cp:revision>
  <dcterms:created xsi:type="dcterms:W3CDTF">2025-01-27T00:56:44Z</dcterms:created>
  <dcterms:modified xsi:type="dcterms:W3CDTF">2025-01-27T01:14:36Z</dcterms:modified>
</cp:coreProperties>
</file>