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1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32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EC3F14F-AAC8-4B1B-893D-3C49C8103D9F}" type="datetimeFigureOut">
              <a:rPr lang="en-US" smtClean="0"/>
              <a:t>02/02/25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CA9D9924-9BD1-4122-888B-62B14CB1B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393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3F14F-AAC8-4B1B-893D-3C49C8103D9F}" type="datetimeFigureOut">
              <a:rPr lang="en-US" smtClean="0"/>
              <a:t>02/02/25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D9924-9BD1-4122-888B-62B14CB1B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972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EC3F14F-AAC8-4B1B-893D-3C49C8103D9F}" type="datetimeFigureOut">
              <a:rPr lang="en-US" smtClean="0"/>
              <a:t>02/02/25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A9D9924-9BD1-4122-888B-62B14CB1B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78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3F14F-AAC8-4B1B-893D-3C49C8103D9F}" type="datetimeFigureOut">
              <a:rPr lang="en-US" smtClean="0"/>
              <a:t>02/02/25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D9924-9BD1-4122-888B-62B14CB1B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234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3F14F-AAC8-4B1B-893D-3C49C8103D9F}" type="datetimeFigureOut">
              <a:rPr lang="en-US" smtClean="0"/>
              <a:t>02/02/25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D9924-9BD1-4122-888B-62B14CB1B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528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3F14F-AAC8-4B1B-893D-3C49C8103D9F}" type="datetimeFigureOut">
              <a:rPr lang="en-US" smtClean="0"/>
              <a:t>02/02/25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D9924-9BD1-4122-888B-62B14CB1B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993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3F14F-AAC8-4B1B-893D-3C49C8103D9F}" type="datetimeFigureOut">
              <a:rPr lang="en-US" smtClean="0"/>
              <a:t>02/02/25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D9924-9BD1-4122-888B-62B14CB1B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626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3F14F-AAC8-4B1B-893D-3C49C8103D9F}" type="datetimeFigureOut">
              <a:rPr lang="en-US" smtClean="0"/>
              <a:t>02/02/25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D9924-9BD1-4122-888B-62B14CB1B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197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3F14F-AAC8-4B1B-893D-3C49C8103D9F}" type="datetimeFigureOut">
              <a:rPr lang="en-US" smtClean="0"/>
              <a:t>02/02/25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D9924-9BD1-4122-888B-62B14CB1B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564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3F14F-AAC8-4B1B-893D-3C49C8103D9F}" type="datetimeFigureOut">
              <a:rPr lang="en-US" smtClean="0"/>
              <a:t>02/02/25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D9924-9BD1-4122-888B-62B14CB1B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881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EC3F14F-AAC8-4B1B-893D-3C49C8103D9F}" type="datetimeFigureOut">
              <a:rPr lang="en-US" smtClean="0"/>
              <a:t>02/02/25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A9D9924-9BD1-4122-888B-62B14CB1B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2913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EC3F14F-AAC8-4B1B-893D-3C49C8103D9F}" type="datetimeFigureOut">
              <a:rPr lang="en-US" smtClean="0"/>
              <a:t>02/02/25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A9D9924-9BD1-4122-888B-62B14CB1B3E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062494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EC3F14F-AAC8-4B1B-893D-3C49C8103D9F}" type="datetimeFigureOut">
              <a:rPr lang="en-US" smtClean="0"/>
              <a:t>02/02/25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A9D9924-9BD1-4122-888B-62B14CB1B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1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3F14F-AAC8-4B1B-893D-3C49C8103D9F}" type="datetimeFigureOut">
              <a:rPr lang="en-US" smtClean="0"/>
              <a:t>02/02/25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D9924-9BD1-4122-888B-62B14CB1B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6008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3F14F-AAC8-4B1B-893D-3C49C8103D9F}" type="datetimeFigureOut">
              <a:rPr lang="en-US" smtClean="0"/>
              <a:t>02/02/25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D9924-9BD1-4122-888B-62B14CB1B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8574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3F14F-AAC8-4B1B-893D-3C49C8103D9F}" type="datetimeFigureOut">
              <a:rPr lang="en-US" smtClean="0"/>
              <a:t>02/02/25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D9924-9BD1-4122-888B-62B14CB1B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8577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EC3F14F-AAC8-4B1B-893D-3C49C8103D9F}" type="datetimeFigureOut">
              <a:rPr lang="en-US" smtClean="0"/>
              <a:t>02/02/25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A9D9924-9BD1-4122-888B-62B14CB1B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166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3F14F-AAC8-4B1B-893D-3C49C8103D9F}" type="datetimeFigureOut">
              <a:rPr lang="en-US" smtClean="0"/>
              <a:t>02/02/25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9D9924-9BD1-4122-888B-62B14CB1B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8181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A9437-4A3A-980E-2AD1-BE169591FE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Cybersecurity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3D2C92-77B2-792B-0C14-9E36201768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Dominic Bumpus</a:t>
            </a:r>
          </a:p>
        </p:txBody>
      </p:sp>
    </p:spTree>
    <p:extLst>
      <p:ext uri="{BB962C8B-B14F-4D97-AF65-F5344CB8AC3E}">
        <p14:creationId xmlns:p14="http://schemas.microsoft.com/office/powerpoint/2010/main" val="1840415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B1D47-A683-F321-F2EE-163DCB972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Confidentiality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90DAF-A272-EE37-CA97-9BB81E20F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Access control</a:t>
            </a:r>
          </a:p>
          <a:p>
            <a:pPr lvl="1"/>
            <a:r>
              <a:rPr lang="en-US" sz="3400" dirty="0"/>
              <a:t>Authentication</a:t>
            </a:r>
          </a:p>
          <a:p>
            <a:pPr lvl="1"/>
            <a:r>
              <a:rPr lang="en-US" sz="3400" dirty="0"/>
              <a:t>Authorization</a:t>
            </a:r>
          </a:p>
          <a:p>
            <a:r>
              <a:rPr lang="en-US" sz="3600" dirty="0"/>
              <a:t>Encryption</a:t>
            </a:r>
          </a:p>
          <a:p>
            <a:pPr lvl="1"/>
            <a:r>
              <a:rPr lang="en-US" sz="3400" dirty="0"/>
              <a:t>Cryptographic Keys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659472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D95B1-4BD8-A872-1278-7C5ACEA34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695CA-1A3F-92B1-2CF5-345DBB874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System Logs</a:t>
            </a:r>
          </a:p>
          <a:p>
            <a:r>
              <a:rPr lang="en-US" sz="3600" dirty="0"/>
              <a:t>Log Integrity</a:t>
            </a:r>
          </a:p>
          <a:p>
            <a:pPr lvl="1"/>
            <a:r>
              <a:rPr lang="en-US" sz="3000" dirty="0"/>
              <a:t>Digital Signatures</a:t>
            </a:r>
          </a:p>
          <a:p>
            <a:pPr lvl="1"/>
            <a:r>
              <a:rPr lang="en-US" sz="3400" dirty="0"/>
              <a:t>Authentication codes</a:t>
            </a:r>
          </a:p>
          <a:p>
            <a:pPr lvl="1"/>
            <a:r>
              <a:rPr lang="en-US" sz="3400" dirty="0"/>
              <a:t>Immutable logs</a:t>
            </a:r>
          </a:p>
        </p:txBody>
      </p:sp>
    </p:spTree>
    <p:extLst>
      <p:ext uri="{BB962C8B-B14F-4D97-AF65-F5344CB8AC3E}">
        <p14:creationId xmlns:p14="http://schemas.microsoft.com/office/powerpoint/2010/main" val="1137240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494-655C-0DC4-6BCF-AB1AA948D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Availability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1A507-95D2-384B-1746-8D12C0B45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Denial of Service</a:t>
            </a:r>
          </a:p>
          <a:p>
            <a:pPr lvl="1"/>
            <a:r>
              <a:rPr lang="en-US" sz="3400" dirty="0"/>
              <a:t>Distributed</a:t>
            </a:r>
          </a:p>
          <a:p>
            <a:pPr lvl="1"/>
            <a:r>
              <a:rPr lang="en-US" sz="3400" dirty="0"/>
              <a:t>SYN Flood</a:t>
            </a:r>
          </a:p>
          <a:p>
            <a:pPr lvl="2"/>
            <a:r>
              <a:rPr lang="en-US" sz="3200" dirty="0"/>
              <a:t>Blocking of resources</a:t>
            </a:r>
          </a:p>
          <a:p>
            <a:pPr lvl="2"/>
            <a:r>
              <a:rPr lang="en-US" sz="3200" dirty="0"/>
              <a:t>Timeouts</a:t>
            </a:r>
          </a:p>
        </p:txBody>
      </p:sp>
    </p:spTree>
    <p:extLst>
      <p:ext uri="{BB962C8B-B14F-4D97-AF65-F5344CB8AC3E}">
        <p14:creationId xmlns:p14="http://schemas.microsoft.com/office/powerpoint/2010/main" val="4031504333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13</TotalTime>
  <Words>35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Century Gothic</vt:lpstr>
      <vt:lpstr>Vapor Trail</vt:lpstr>
      <vt:lpstr>Cybersecurity Architecture</vt:lpstr>
      <vt:lpstr>Confidentiality</vt:lpstr>
      <vt:lpstr>Integrity</vt:lpstr>
      <vt:lpstr>Availability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Bumpus, Dominic Jacob</dc:creator>
  <cp:lastModifiedBy>Bumpus, Dominic Jacob</cp:lastModifiedBy>
  <cp:revision>1</cp:revision>
  <dcterms:created xsi:type="dcterms:W3CDTF">2025-02-03T02:58:27Z</dcterms:created>
  <dcterms:modified xsi:type="dcterms:W3CDTF">2025-02-03T03:11:28Z</dcterms:modified>
</cp:coreProperties>
</file>