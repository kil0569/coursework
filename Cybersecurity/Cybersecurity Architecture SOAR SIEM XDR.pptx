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8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8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3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7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8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61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28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74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1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52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6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0074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4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02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56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31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23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1D4AA-D893-4ED1-BD39-DA128B20389F}" type="datetimeFigureOut">
              <a:rPr lang="en-US" smtClean="0"/>
              <a:t>02/09/25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9479-8632-4A22-99E4-58791EBFC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2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981FC-7AA8-961B-5722-92536B74B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Cybersecurity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8B409-7A92-1B6E-92BC-0A00A7D4BB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Dominic Bumpus</a:t>
            </a:r>
          </a:p>
        </p:txBody>
      </p:sp>
    </p:spTree>
    <p:extLst>
      <p:ext uri="{BB962C8B-B14F-4D97-AF65-F5344CB8AC3E}">
        <p14:creationId xmlns:p14="http://schemas.microsoft.com/office/powerpoint/2010/main" val="349551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9C7D-4DBE-0EE8-1056-E504AEF7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AA4D3-9021-C3FE-2C34-192832FDA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Security equals:</a:t>
            </a:r>
          </a:p>
          <a:p>
            <a:pPr lvl="1"/>
            <a:r>
              <a:rPr lang="en-US" sz="4000" dirty="0"/>
              <a:t>Prevention</a:t>
            </a:r>
          </a:p>
          <a:p>
            <a:pPr lvl="1"/>
            <a:r>
              <a:rPr lang="en-US" sz="4000" dirty="0"/>
              <a:t>Detection</a:t>
            </a:r>
          </a:p>
          <a:p>
            <a:pPr lvl="1"/>
            <a:r>
              <a:rPr lang="en-US" sz="4000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272880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E0480-EC93-CF5F-599A-8717E98B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02915-CEB9-5125-82C0-D83653C01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Monitoring</a:t>
            </a:r>
          </a:p>
          <a:p>
            <a:r>
              <a:rPr lang="en-US" sz="3600" dirty="0"/>
              <a:t>Analyzing</a:t>
            </a:r>
          </a:p>
          <a:p>
            <a:r>
              <a:rPr lang="en-US" sz="3600" dirty="0"/>
              <a:t>Reporting</a:t>
            </a:r>
          </a:p>
          <a:p>
            <a:r>
              <a:rPr lang="en-US" sz="3600" dirty="0"/>
              <a:t>Hunting</a:t>
            </a:r>
          </a:p>
          <a:p>
            <a:r>
              <a:rPr lang="en-US" sz="3600" dirty="0"/>
              <a:t>Security Information and Event Management</a:t>
            </a:r>
          </a:p>
          <a:p>
            <a:r>
              <a:rPr lang="en-US" sz="3600" dirty="0"/>
              <a:t>Extended Detection Response System</a:t>
            </a:r>
          </a:p>
        </p:txBody>
      </p:sp>
    </p:spTree>
    <p:extLst>
      <p:ext uri="{BB962C8B-B14F-4D97-AF65-F5344CB8AC3E}">
        <p14:creationId xmlns:p14="http://schemas.microsoft.com/office/powerpoint/2010/main" val="3251045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2EDA-BC57-07E1-51D2-6EFDD2C2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003A-F4FB-3B38-7A23-0D8028351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Collects detections and logs in one place</a:t>
            </a:r>
          </a:p>
          <a:p>
            <a:r>
              <a:rPr lang="en-US" sz="3600" dirty="0"/>
              <a:t>Assigns priorities to detected threats</a:t>
            </a:r>
          </a:p>
          <a:p>
            <a:r>
              <a:rPr lang="en-US" sz="3600" dirty="0"/>
              <a:t>AI and Machine Learning can help find anomalies</a:t>
            </a:r>
          </a:p>
          <a:p>
            <a:r>
              <a:rPr lang="en-US" sz="3600" dirty="0"/>
              <a:t>Find trends</a:t>
            </a:r>
          </a:p>
        </p:txBody>
      </p:sp>
    </p:spTree>
    <p:extLst>
      <p:ext uri="{BB962C8B-B14F-4D97-AF65-F5344CB8AC3E}">
        <p14:creationId xmlns:p14="http://schemas.microsoft.com/office/powerpoint/2010/main" val="2209144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4AB1-48FB-327A-4D35-B7D2EDFB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XDR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5D5E5-C4B2-C7AE-5C68-DD34BD2DF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Brings responses closer to the source of the problem</a:t>
            </a:r>
          </a:p>
          <a:p>
            <a:r>
              <a:rPr lang="en-US" sz="3600" dirty="0"/>
              <a:t>XDR gathers all of these responses and logs as well</a:t>
            </a:r>
          </a:p>
          <a:p>
            <a:r>
              <a:rPr lang="en-US" sz="3600" dirty="0"/>
              <a:t>Federated Search asks all systems to find problems without a big database</a:t>
            </a:r>
          </a:p>
        </p:txBody>
      </p:sp>
    </p:spTree>
    <p:extLst>
      <p:ext uri="{BB962C8B-B14F-4D97-AF65-F5344CB8AC3E}">
        <p14:creationId xmlns:p14="http://schemas.microsoft.com/office/powerpoint/2010/main" val="122990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48230-3621-24A1-4939-E1DDAB04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7E348-ED4D-3A5F-C879-3722BC31E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Cybersecurity threats are often unnoticed for 200 days then remain unfixed for another 70 days</a:t>
            </a:r>
          </a:p>
          <a:p>
            <a:r>
              <a:rPr lang="en-US" sz="3600" dirty="0"/>
              <a:t>Hunting has the goal of reducing the unnoticed time</a:t>
            </a:r>
          </a:p>
          <a:p>
            <a:r>
              <a:rPr lang="en-US" sz="3600" dirty="0"/>
              <a:t>Proactive threat detection</a:t>
            </a:r>
          </a:p>
        </p:txBody>
      </p:sp>
    </p:spTree>
    <p:extLst>
      <p:ext uri="{BB962C8B-B14F-4D97-AF65-F5344CB8AC3E}">
        <p14:creationId xmlns:p14="http://schemas.microsoft.com/office/powerpoint/2010/main" val="2164324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E122-276D-CFA5-E6E2-5DB0B40A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88F91-52D7-CF68-671B-CFF13DB44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Security Operation Center detects and responds</a:t>
            </a:r>
          </a:p>
          <a:p>
            <a:r>
              <a:rPr lang="en-US" sz="3600" dirty="0"/>
              <a:t>Traditional response is manual, and triages then remediates issues</a:t>
            </a:r>
          </a:p>
          <a:p>
            <a:r>
              <a:rPr lang="en-US" sz="3600" dirty="0"/>
              <a:t>Modern response is Automated and orchestrated </a:t>
            </a:r>
          </a:p>
        </p:txBody>
      </p:sp>
    </p:spTree>
    <p:extLst>
      <p:ext uri="{BB962C8B-B14F-4D97-AF65-F5344CB8AC3E}">
        <p14:creationId xmlns:p14="http://schemas.microsoft.com/office/powerpoint/2010/main" val="1792640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86FDA-79A5-7A4A-653B-F5619F87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DDCD0-281D-CDFB-BDD8-643590B10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Attack goes into SIEM or XDR then creates a case</a:t>
            </a:r>
          </a:p>
          <a:p>
            <a:r>
              <a:rPr lang="en-US" sz="3600" dirty="0"/>
              <a:t>SOAR system assigns the case to a person</a:t>
            </a:r>
          </a:p>
          <a:p>
            <a:r>
              <a:rPr lang="en-US" sz="3600" dirty="0"/>
              <a:t>SOAR has a dashboard to trach the investigation and issues</a:t>
            </a:r>
          </a:p>
          <a:p>
            <a:r>
              <a:rPr lang="en-US" sz="3600" dirty="0"/>
              <a:t>Dynamic playbooks helps remediate the issue</a:t>
            </a:r>
          </a:p>
        </p:txBody>
      </p:sp>
    </p:spTree>
    <p:extLst>
      <p:ext uri="{BB962C8B-B14F-4D97-AF65-F5344CB8AC3E}">
        <p14:creationId xmlns:p14="http://schemas.microsoft.com/office/powerpoint/2010/main" val="116821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E9A9-9D94-2C18-F6A2-04A9A3904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Vs Orchestration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1DA0-471B-DD92-B038-620B915F5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First of a kind issues prevent automation</a:t>
            </a:r>
          </a:p>
          <a:p>
            <a:r>
              <a:rPr lang="en-US" sz="3600" dirty="0"/>
              <a:t>Orchestration is the steps between manual and automation</a:t>
            </a:r>
          </a:p>
          <a:p>
            <a:r>
              <a:rPr lang="en-US" sz="3600" dirty="0"/>
              <a:t>Breach notifications will have the data breached, where those people live, and the regulations to follow based on that</a:t>
            </a:r>
          </a:p>
        </p:txBody>
      </p:sp>
    </p:spTree>
    <p:extLst>
      <p:ext uri="{BB962C8B-B14F-4D97-AF65-F5344CB8AC3E}">
        <p14:creationId xmlns:p14="http://schemas.microsoft.com/office/powerpoint/2010/main" val="3984259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F0393F-9970-7D53-9587-7F42AF97F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516452"/>
            <a:ext cx="9448800" cy="1825096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9254387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30</TotalTime>
  <Words>209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Cybersecurity Architecture</vt:lpstr>
      <vt:lpstr>Security</vt:lpstr>
      <vt:lpstr>Detection</vt:lpstr>
      <vt:lpstr>SIEM</vt:lpstr>
      <vt:lpstr>XDR </vt:lpstr>
      <vt:lpstr>Hunting</vt:lpstr>
      <vt:lpstr>Response</vt:lpstr>
      <vt:lpstr>Cases</vt:lpstr>
      <vt:lpstr>Automation Vs Orchestration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Bumpus, Dominic Jacob</dc:creator>
  <cp:lastModifiedBy>Bumpus, Dominic Jacob</cp:lastModifiedBy>
  <cp:revision>1</cp:revision>
  <dcterms:created xsi:type="dcterms:W3CDTF">2025-02-09T22:38:50Z</dcterms:created>
  <dcterms:modified xsi:type="dcterms:W3CDTF">2025-02-09T23:09:12Z</dcterms:modified>
</cp:coreProperties>
</file>